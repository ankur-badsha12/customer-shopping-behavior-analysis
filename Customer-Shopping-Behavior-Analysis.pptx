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Algerian" panose="04020705040A02060702" pitchFamily="82" charset="0"/>
      <p:regular r:id="rId14"/>
    </p:embeddedFont>
    <p:embeddedFont>
      <p:font typeface="DM Sans" pitchFamily="2" charset="0"/>
      <p:regular r:id="rId15"/>
    </p:embeddedFont>
    <p:embeddedFont>
      <p:font typeface="Libre Baskerville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10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rgbClr val="00B05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61D445F-BB3E-D109-057A-378AC16B7B90}"/>
              </a:ext>
            </a:extLst>
          </p:cNvPr>
          <p:cNvSpPr txBox="1"/>
          <p:nvPr/>
        </p:nvSpPr>
        <p:spPr>
          <a:xfrm>
            <a:off x="646770" y="5609063"/>
            <a:ext cx="9556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spc="300" dirty="0">
                <a:highlight>
                  <a:srgbClr val="00FFFF"/>
                </a:highlight>
                <a:latin typeface="Algerian" panose="04020705040A02060702" pitchFamily="82" charset="0"/>
              </a:rPr>
              <a:t>NAME – ANKUR MISHRA</a:t>
            </a:r>
            <a:endParaRPr lang="en-IN" sz="4000" b="1" i="1" spc="300" dirty="0">
              <a:highlight>
                <a:srgbClr val="00FFFF"/>
              </a:highlight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03B41-C194-2E0D-4A37-8C3FADCCD4CF}"/>
              </a:ext>
            </a:extLst>
          </p:cNvPr>
          <p:cNvSpPr txBox="1"/>
          <p:nvPr/>
        </p:nvSpPr>
        <p:spPr>
          <a:xfrm>
            <a:off x="646770" y="6576323"/>
            <a:ext cx="12489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dirty="0">
                <a:highlight>
                  <a:srgbClr val="FFFF00"/>
                </a:highlight>
                <a:latin typeface="Algerian" panose="04020705040A02060702" pitchFamily="82" charset="0"/>
              </a:rPr>
              <a:t>REPRESENTATED TO –  NOVEXA TECHNOLOGIES</a:t>
            </a:r>
            <a:endParaRPr lang="en-IN" sz="4000" b="1" i="1" dirty="0"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6924E-CE0E-8583-2F0D-D29232CE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560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36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286</Words>
  <Application>Microsoft Office PowerPoint</Application>
  <PresentationFormat>Custom</PresentationFormat>
  <Paragraphs>100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Libre Baskerville</vt:lpstr>
      <vt:lpstr>Algerian</vt:lpstr>
      <vt:lpstr>Libre Baskerville Light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Ankur Mishra</cp:lastModifiedBy>
  <cp:revision>6</cp:revision>
  <dcterms:created xsi:type="dcterms:W3CDTF">2025-10-14T02:52:14Z</dcterms:created>
  <dcterms:modified xsi:type="dcterms:W3CDTF">2026-08-27T06:08:25Z</dcterms:modified>
</cp:coreProperties>
</file>